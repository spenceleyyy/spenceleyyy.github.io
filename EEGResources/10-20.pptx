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60"/>
    <p:restoredTop sz="94628"/>
  </p:normalViewPr>
  <p:slideViewPr>
    <p:cSldViewPr snapToGrid="0">
      <p:cViewPr>
        <p:scale>
          <a:sx n="165" d="100"/>
          <a:sy n="165" d="100"/>
        </p:scale>
        <p:origin x="-4104" y="-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A812-9D41-E541-B2C3-A1B6C66FD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F16AC-5791-283B-003C-DD0FE3337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484E9-D2A8-F66C-174E-8ED7626A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7F29A-68CA-1424-097F-962F0630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90A09-9B3F-0348-1815-49DFFAB2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9A6B-611B-99AD-85C5-FE11B421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31418-EEBE-E4EF-A02C-7766AD6D8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EA479-5BA5-084C-2942-AA98B577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F9303-1B98-C77F-0C00-682F4795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934C6-A1A6-E7A4-A3EA-CFEEA355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67F2-641A-4096-E3B6-99C7C8B51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67E17-D482-7C48-2AB6-E0493C46C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83B6-659F-8A59-1166-BBDC17A8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92F2-F373-26D8-B198-9D888060C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660D-2224-EE44-AFFF-1A27603B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7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61B2-E938-6F6C-70C5-ECA9F3E8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7A7A-A3AD-C31E-65F6-ECB9A037E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B08A8-5FD7-6FA2-28A8-79C641B22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22085-8724-8EDF-FB9D-833B3052B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73214-14E2-BCEE-B245-8A6E6D72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44410-D8D0-8F38-4133-BB339F83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2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3A02-4E56-D6D6-5045-BCCBCF66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0FC8A-9D47-2681-7877-C1AD62DAD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DDD219-509A-18FB-F107-93C16188B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FC4042-88B7-22ED-11F8-D8E3BFC68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439B2-46E9-D623-8400-E188F8BDD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C84D0-C61E-7C7F-8949-850FF5C82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DAA73-3CB3-E79D-57CC-D8C5145A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E22AD-3030-DDF4-810F-629E9EB0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6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05A3-BBDC-6FC4-0C04-1E45C42E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1F37C-C830-150F-0F96-3B539631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0A48E-38B8-D836-B26B-55289696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4A2B8-2E83-181F-0F2E-FB7A977D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86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2EACA-EF47-0CA1-CAD1-B6E913DA0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8A078-3898-7E36-452E-14179873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29717-81AF-4022-7E21-FAD420F8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8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AF02-2262-DA07-854F-2D013140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033D6-B3A2-3573-A518-9E5CEE20B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16D6A-C49A-7761-1C06-10515F019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FFF9D-6B86-FA71-3992-607E12C65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B508D-9ED9-2243-5FD1-F16EDCB5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87DD7-14DB-E2FF-C807-F11FBAE9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9003-4EBE-49BE-1535-CD1106DA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A35FF-EA35-2313-2BE7-F263F8E3C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90EC1-D567-4F57-96B1-E2310213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C69CA-0A3A-E7B0-2AE0-9598C24E6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A54C8-39F1-4758-7AD8-250687E9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129EB-2429-807E-BC6C-5BEB777A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77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F10F-E97C-E235-CDA7-5F760517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2540B-6B9B-EA2C-2EF1-D391B5178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8E752-AD61-8D75-F1F5-BED8DD60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3520C-EC29-9F30-0207-270F0763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3B62-B528-D54C-3D26-70BEF007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5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D1D29-AB04-37F2-2091-119CB0440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DA18E-B622-2DA1-AE3E-8BD47A29F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188C-4E94-69EA-077B-8F7E74DC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A2EC0-659F-287B-F1FA-F72B9F03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28D86-76A0-B51A-5D87-46D624DA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8FA0F-8D14-B981-4572-DBA0E4C4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C6538-F83D-796A-5CDE-4A38C7B95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35B8-31B0-3C4E-5B30-461C12596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49F81-C663-9C40-9538-CCF8DA7F6DFF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5385D-9867-2262-B47C-16F9F4F4F4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C0CF-9627-4645-72D1-DBD39AC33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1067D-D2CC-4844-BACB-52082253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2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0137C57-45FD-1FCD-DA8C-57124634215B}"/>
              </a:ext>
            </a:extLst>
          </p:cNvPr>
          <p:cNvGrpSpPr/>
          <p:nvPr/>
        </p:nvGrpSpPr>
        <p:grpSpPr>
          <a:xfrm>
            <a:off x="4441190" y="1798637"/>
            <a:ext cx="3309620" cy="3260725"/>
            <a:chOff x="4441190" y="1798637"/>
            <a:chExt cx="3309620" cy="326072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11DC981-0DA5-8A9C-463B-81154058E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1190" y="1798637"/>
              <a:ext cx="3309620" cy="326072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7EA30AA-661B-40D0-E89A-FE8EAEA7DF87}"/>
                </a:ext>
              </a:extLst>
            </p:cNvPr>
            <p:cNvGrpSpPr/>
            <p:nvPr/>
          </p:nvGrpSpPr>
          <p:grpSpPr>
            <a:xfrm>
              <a:off x="7263871" y="3928990"/>
              <a:ext cx="407484" cy="288105"/>
              <a:chOff x="7955306" y="2506496"/>
              <a:chExt cx="965827" cy="685775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9CEE62E-960A-BADB-6E44-714A2A694A1E}"/>
                  </a:ext>
                </a:extLst>
              </p:cNvPr>
              <p:cNvGrpSpPr/>
              <p:nvPr/>
            </p:nvGrpSpPr>
            <p:grpSpPr>
              <a:xfrm>
                <a:off x="8033867" y="2506496"/>
                <a:ext cx="724592" cy="685775"/>
                <a:chOff x="8033867" y="2506496"/>
                <a:chExt cx="724592" cy="685775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182264F7-A0C1-491B-5B76-736954BF759C}"/>
                    </a:ext>
                  </a:extLst>
                </p:cNvPr>
                <p:cNvGrpSpPr/>
                <p:nvPr/>
              </p:nvGrpSpPr>
              <p:grpSpPr>
                <a:xfrm>
                  <a:off x="8033867" y="2506496"/>
                  <a:ext cx="724592" cy="685775"/>
                  <a:chOff x="8033867" y="2506496"/>
                  <a:chExt cx="724592" cy="685775"/>
                </a:xfrm>
              </p:grpSpPr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48A8B5E9-53F2-14BF-25E4-8E0973FD9E06}"/>
                      </a:ext>
                    </a:extLst>
                  </p:cNvPr>
                  <p:cNvSpPr/>
                  <p:nvPr/>
                </p:nvSpPr>
                <p:spPr>
                  <a:xfrm>
                    <a:off x="8267178" y="2695903"/>
                    <a:ext cx="325677" cy="24353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1" name="Picture 20" descr="A black and white circle with a number in it&#10;&#10;AI-generated content may be incorrect.">
                    <a:extLst>
                      <a:ext uri="{FF2B5EF4-FFF2-40B4-BE49-F238E27FC236}">
                        <a16:creationId xmlns:a16="http://schemas.microsoft.com/office/drawing/2014/main" id="{0E83687A-2565-2EF7-9618-59D632C4FF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033867" y="2506496"/>
                    <a:ext cx="724592" cy="68577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8596621-577A-18E6-99A3-10258239DFB2}"/>
                    </a:ext>
                  </a:extLst>
                </p:cNvPr>
                <p:cNvSpPr/>
                <p:nvPr/>
              </p:nvSpPr>
              <p:spPr>
                <a:xfrm>
                  <a:off x="8267178" y="2670527"/>
                  <a:ext cx="346841" cy="294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F19D84-D2B4-7826-8227-3D47D9CF06BC}"/>
                  </a:ext>
                </a:extLst>
              </p:cNvPr>
              <p:cNvSpPr txBox="1"/>
              <p:nvPr/>
            </p:nvSpPr>
            <p:spPr>
              <a:xfrm>
                <a:off x="7955306" y="2561259"/>
                <a:ext cx="965827" cy="512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TP10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4A7C266-3802-5AF6-6F3D-8C4A84777E58}"/>
                </a:ext>
              </a:extLst>
            </p:cNvPr>
            <p:cNvGrpSpPr/>
            <p:nvPr/>
          </p:nvGrpSpPr>
          <p:grpSpPr>
            <a:xfrm>
              <a:off x="4531944" y="3951997"/>
              <a:ext cx="356188" cy="288105"/>
              <a:chOff x="8007894" y="2506496"/>
              <a:chExt cx="844243" cy="68577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5522A57A-8783-D2EA-80B8-0C9A321334BC}"/>
                  </a:ext>
                </a:extLst>
              </p:cNvPr>
              <p:cNvGrpSpPr/>
              <p:nvPr/>
            </p:nvGrpSpPr>
            <p:grpSpPr>
              <a:xfrm>
                <a:off x="8033867" y="2506496"/>
                <a:ext cx="724592" cy="685775"/>
                <a:chOff x="8033867" y="2506496"/>
                <a:chExt cx="724592" cy="685775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588325B-F056-28F1-FB58-522AD4422C40}"/>
                    </a:ext>
                  </a:extLst>
                </p:cNvPr>
                <p:cNvGrpSpPr/>
                <p:nvPr/>
              </p:nvGrpSpPr>
              <p:grpSpPr>
                <a:xfrm>
                  <a:off x="8033867" y="2506496"/>
                  <a:ext cx="724592" cy="685775"/>
                  <a:chOff x="8033867" y="2506496"/>
                  <a:chExt cx="724592" cy="685775"/>
                </a:xfrm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418F6323-4642-E2A5-6CBE-ECEE26ECDDE5}"/>
                      </a:ext>
                    </a:extLst>
                  </p:cNvPr>
                  <p:cNvSpPr/>
                  <p:nvPr/>
                </p:nvSpPr>
                <p:spPr>
                  <a:xfrm>
                    <a:off x="8267178" y="2695903"/>
                    <a:ext cx="325677" cy="24353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35" name="Picture 34" descr="A black and white circle with a number in it&#10;&#10;AI-generated content may be incorrect.">
                    <a:extLst>
                      <a:ext uri="{FF2B5EF4-FFF2-40B4-BE49-F238E27FC236}">
                        <a16:creationId xmlns:a16="http://schemas.microsoft.com/office/drawing/2014/main" id="{D4336E18-161B-F497-7F8A-79F1A87BAF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033867" y="2506496"/>
                    <a:ext cx="724592" cy="68577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A89A19F-595B-599F-507E-957087A8E6AC}"/>
                    </a:ext>
                  </a:extLst>
                </p:cNvPr>
                <p:cNvSpPr/>
                <p:nvPr/>
              </p:nvSpPr>
              <p:spPr>
                <a:xfrm>
                  <a:off x="8267178" y="2670527"/>
                  <a:ext cx="346841" cy="294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41F9B06-C8C0-24C4-BAE7-001B5C8366D9}"/>
                  </a:ext>
                </a:extLst>
              </p:cNvPr>
              <p:cNvSpPr txBox="1"/>
              <p:nvPr/>
            </p:nvSpPr>
            <p:spPr>
              <a:xfrm>
                <a:off x="8007894" y="2581064"/>
                <a:ext cx="844243" cy="512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TP9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5CE2CBC-088C-4B10-5D24-AE4BC6EDC889}"/>
                </a:ext>
              </a:extLst>
            </p:cNvPr>
            <p:cNvSpPr/>
            <p:nvPr/>
          </p:nvSpPr>
          <p:spPr>
            <a:xfrm>
              <a:off x="6341488" y="2512182"/>
              <a:ext cx="301504" cy="2416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B850C8C-3ADC-7B21-46BA-16679CA0A83F}"/>
                </a:ext>
              </a:extLst>
            </p:cNvPr>
            <p:cNvSpPr/>
            <p:nvPr/>
          </p:nvSpPr>
          <p:spPr>
            <a:xfrm>
              <a:off x="5549009" y="2512181"/>
              <a:ext cx="301504" cy="2416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3E96671-03FF-AD5E-C36A-A7A0D92878B7}"/>
                </a:ext>
              </a:extLst>
            </p:cNvPr>
            <p:cNvGrpSpPr/>
            <p:nvPr/>
          </p:nvGrpSpPr>
          <p:grpSpPr>
            <a:xfrm>
              <a:off x="7263871" y="3928989"/>
              <a:ext cx="407484" cy="288105"/>
              <a:chOff x="7955306" y="2506496"/>
              <a:chExt cx="965827" cy="68577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631E1B8-EE4C-146B-74E6-779CDAB077F1}"/>
                  </a:ext>
                </a:extLst>
              </p:cNvPr>
              <p:cNvGrpSpPr/>
              <p:nvPr/>
            </p:nvGrpSpPr>
            <p:grpSpPr>
              <a:xfrm>
                <a:off x="8033867" y="2506496"/>
                <a:ext cx="724592" cy="685775"/>
                <a:chOff x="8033867" y="2506496"/>
                <a:chExt cx="724592" cy="685775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3AF0F9B8-CE6A-D238-1214-D5E3D1F8A5AD}"/>
                    </a:ext>
                  </a:extLst>
                </p:cNvPr>
                <p:cNvGrpSpPr/>
                <p:nvPr/>
              </p:nvGrpSpPr>
              <p:grpSpPr>
                <a:xfrm>
                  <a:off x="8033867" y="2506496"/>
                  <a:ext cx="724592" cy="685775"/>
                  <a:chOff x="8033867" y="2506496"/>
                  <a:chExt cx="724592" cy="685775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434257DA-DF7D-75FF-972C-A0EF8EBE2DF1}"/>
                      </a:ext>
                    </a:extLst>
                  </p:cNvPr>
                  <p:cNvSpPr/>
                  <p:nvPr/>
                </p:nvSpPr>
                <p:spPr>
                  <a:xfrm>
                    <a:off x="8267178" y="2695903"/>
                    <a:ext cx="325677" cy="24353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47" name="Picture 46" descr="A black and white circle with a number in it&#10;&#10;AI-generated content may be incorrect.">
                    <a:extLst>
                      <a:ext uri="{FF2B5EF4-FFF2-40B4-BE49-F238E27FC236}">
                        <a16:creationId xmlns:a16="http://schemas.microsoft.com/office/drawing/2014/main" id="{5AF4F25E-6489-6395-4357-C7ABD0CB51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033867" y="2506496"/>
                    <a:ext cx="724592" cy="68577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0A76B004-BA36-AEEE-47BE-AFC7430C9470}"/>
                    </a:ext>
                  </a:extLst>
                </p:cNvPr>
                <p:cNvSpPr/>
                <p:nvPr/>
              </p:nvSpPr>
              <p:spPr>
                <a:xfrm>
                  <a:off x="8267178" y="2670527"/>
                  <a:ext cx="346841" cy="294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E6B5B7C-8F34-9150-DD8D-A8F64BD6C700}"/>
                  </a:ext>
                </a:extLst>
              </p:cNvPr>
              <p:cNvSpPr txBox="1"/>
              <p:nvPr/>
            </p:nvSpPr>
            <p:spPr>
              <a:xfrm>
                <a:off x="7955306" y="2561259"/>
                <a:ext cx="965827" cy="512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TP10</a:t>
                </a:r>
              </a:p>
            </p:txBody>
          </p: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9E423FA-18D3-169E-F51F-2039D93109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81875" y="4168435"/>
              <a:ext cx="42507" cy="71667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7E9137D-A7CF-D50D-8E26-1E9EB6AC1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4494" y="4189687"/>
              <a:ext cx="23586" cy="54813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A211913-E0AC-CF4F-44CE-0F87DF24D4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4917" y="3865550"/>
              <a:ext cx="30838" cy="98982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76F469B-328E-B839-6A56-D15BFC56E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96247" y="3875526"/>
              <a:ext cx="24027" cy="79685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8C90A2F-1293-18DF-B21A-6649A1590394}"/>
                </a:ext>
              </a:extLst>
            </p:cNvPr>
            <p:cNvGrpSpPr/>
            <p:nvPr/>
          </p:nvGrpSpPr>
          <p:grpSpPr>
            <a:xfrm>
              <a:off x="4542902" y="2866632"/>
              <a:ext cx="356188" cy="288105"/>
              <a:chOff x="8007894" y="2506496"/>
              <a:chExt cx="844243" cy="685775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81781B51-0C8F-339F-5451-B41DFEDE2027}"/>
                  </a:ext>
                </a:extLst>
              </p:cNvPr>
              <p:cNvGrpSpPr/>
              <p:nvPr/>
            </p:nvGrpSpPr>
            <p:grpSpPr>
              <a:xfrm>
                <a:off x="8033867" y="2506496"/>
                <a:ext cx="724592" cy="685775"/>
                <a:chOff x="8033867" y="2506496"/>
                <a:chExt cx="724592" cy="685775"/>
              </a:xfrm>
            </p:grpSpPr>
            <p:grpSp>
              <p:nvGrpSpPr>
                <p:cNvPr id="87" name="Group 86">
                  <a:extLst>
                    <a:ext uri="{FF2B5EF4-FFF2-40B4-BE49-F238E27FC236}">
                      <a16:creationId xmlns:a16="http://schemas.microsoft.com/office/drawing/2014/main" id="{7EC4C21B-7A9B-CD17-4BF9-8047B7A7E738}"/>
                    </a:ext>
                  </a:extLst>
                </p:cNvPr>
                <p:cNvGrpSpPr/>
                <p:nvPr/>
              </p:nvGrpSpPr>
              <p:grpSpPr>
                <a:xfrm>
                  <a:off x="8033867" y="2506496"/>
                  <a:ext cx="724592" cy="685775"/>
                  <a:chOff x="8033867" y="2506496"/>
                  <a:chExt cx="724592" cy="685775"/>
                </a:xfrm>
              </p:grpSpPr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3B7A5D5C-9220-6B7B-A0D3-17EE0B3000CD}"/>
                      </a:ext>
                    </a:extLst>
                  </p:cNvPr>
                  <p:cNvSpPr/>
                  <p:nvPr/>
                </p:nvSpPr>
                <p:spPr>
                  <a:xfrm>
                    <a:off x="8267178" y="2695903"/>
                    <a:ext cx="325677" cy="24353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90" name="Picture 89" descr="A black and white circle with a number in it&#10;&#10;AI-generated content may be incorrect.">
                    <a:extLst>
                      <a:ext uri="{FF2B5EF4-FFF2-40B4-BE49-F238E27FC236}">
                        <a16:creationId xmlns:a16="http://schemas.microsoft.com/office/drawing/2014/main" id="{828B71BA-1C98-31C4-CD08-E8DDFDDA05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033867" y="2506496"/>
                    <a:ext cx="724592" cy="68577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11AEDB05-8B77-8303-8D93-46535338A3B4}"/>
                    </a:ext>
                  </a:extLst>
                </p:cNvPr>
                <p:cNvSpPr/>
                <p:nvPr/>
              </p:nvSpPr>
              <p:spPr>
                <a:xfrm>
                  <a:off x="8267178" y="2670527"/>
                  <a:ext cx="346841" cy="294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FC8CF90-6114-9309-826D-26374CE1C919}"/>
                  </a:ext>
                </a:extLst>
              </p:cNvPr>
              <p:cNvSpPr txBox="1"/>
              <p:nvPr/>
            </p:nvSpPr>
            <p:spPr>
              <a:xfrm>
                <a:off x="8007894" y="2581064"/>
                <a:ext cx="844243" cy="512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FT9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3134F499-120F-DA6E-237A-F0B906540C5B}"/>
                </a:ext>
              </a:extLst>
            </p:cNvPr>
            <p:cNvGrpSpPr/>
            <p:nvPr/>
          </p:nvGrpSpPr>
          <p:grpSpPr>
            <a:xfrm>
              <a:off x="7251815" y="2858284"/>
              <a:ext cx="407484" cy="288105"/>
              <a:chOff x="7955306" y="2506496"/>
              <a:chExt cx="965826" cy="685775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4FD331C5-C66E-F0A8-589F-1DE3279E1ED1}"/>
                  </a:ext>
                </a:extLst>
              </p:cNvPr>
              <p:cNvGrpSpPr/>
              <p:nvPr/>
            </p:nvGrpSpPr>
            <p:grpSpPr>
              <a:xfrm>
                <a:off x="8033867" y="2506496"/>
                <a:ext cx="724592" cy="685775"/>
                <a:chOff x="8033867" y="2506496"/>
                <a:chExt cx="724592" cy="685775"/>
              </a:xfrm>
            </p:grpSpPr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F8991D41-BA48-C7AA-D33F-9CCDF26B0D58}"/>
                    </a:ext>
                  </a:extLst>
                </p:cNvPr>
                <p:cNvGrpSpPr/>
                <p:nvPr/>
              </p:nvGrpSpPr>
              <p:grpSpPr>
                <a:xfrm>
                  <a:off x="8033867" y="2506496"/>
                  <a:ext cx="724592" cy="685775"/>
                  <a:chOff x="8033867" y="2506496"/>
                  <a:chExt cx="724592" cy="685775"/>
                </a:xfrm>
              </p:grpSpPr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E962E015-B182-637A-EBE0-2C4FE4D5F67E}"/>
                      </a:ext>
                    </a:extLst>
                  </p:cNvPr>
                  <p:cNvSpPr/>
                  <p:nvPr/>
                </p:nvSpPr>
                <p:spPr>
                  <a:xfrm>
                    <a:off x="8267178" y="2695903"/>
                    <a:ext cx="325677" cy="24353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97" name="Picture 96" descr="A black and white circle with a number in it&#10;&#10;AI-generated content may be incorrect.">
                    <a:extLst>
                      <a:ext uri="{FF2B5EF4-FFF2-40B4-BE49-F238E27FC236}">
                        <a16:creationId xmlns:a16="http://schemas.microsoft.com/office/drawing/2014/main" id="{4C6C08F8-DDA2-5100-5E07-3226D5BBE27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033867" y="2506496"/>
                    <a:ext cx="724592" cy="68577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E38C7282-E01D-96B2-2666-CBA33E7CDEBD}"/>
                    </a:ext>
                  </a:extLst>
                </p:cNvPr>
                <p:cNvSpPr/>
                <p:nvPr/>
              </p:nvSpPr>
              <p:spPr>
                <a:xfrm>
                  <a:off x="8267178" y="2670527"/>
                  <a:ext cx="346841" cy="294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84C49F6-925F-C427-E9E2-9B96927731AA}"/>
                  </a:ext>
                </a:extLst>
              </p:cNvPr>
              <p:cNvSpPr txBox="1"/>
              <p:nvPr/>
            </p:nvSpPr>
            <p:spPr>
              <a:xfrm>
                <a:off x="7955306" y="2561259"/>
                <a:ext cx="965826" cy="512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FT10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E29AA95-5F1E-9BDB-6A13-BB3AD4A1DE20}"/>
                </a:ext>
              </a:extLst>
            </p:cNvPr>
            <p:cNvGrpSpPr/>
            <p:nvPr/>
          </p:nvGrpSpPr>
          <p:grpSpPr>
            <a:xfrm>
              <a:off x="5892259" y="2218393"/>
              <a:ext cx="405880" cy="288105"/>
              <a:chOff x="7955306" y="2506496"/>
              <a:chExt cx="962024" cy="685775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81C04E29-F862-FEB3-8E9A-6E9A71117190}"/>
                  </a:ext>
                </a:extLst>
              </p:cNvPr>
              <p:cNvGrpSpPr/>
              <p:nvPr/>
            </p:nvGrpSpPr>
            <p:grpSpPr>
              <a:xfrm>
                <a:off x="8033867" y="2506496"/>
                <a:ext cx="724592" cy="685775"/>
                <a:chOff x="8033867" y="2506496"/>
                <a:chExt cx="724592" cy="685775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91D4751E-E87A-CCB1-4B0B-B2C08457CA03}"/>
                    </a:ext>
                  </a:extLst>
                </p:cNvPr>
                <p:cNvGrpSpPr/>
                <p:nvPr/>
              </p:nvGrpSpPr>
              <p:grpSpPr>
                <a:xfrm>
                  <a:off x="8033867" y="2506496"/>
                  <a:ext cx="724592" cy="685775"/>
                  <a:chOff x="8033867" y="2506496"/>
                  <a:chExt cx="724592" cy="685775"/>
                </a:xfrm>
              </p:grpSpPr>
              <p:sp>
                <p:nvSpPr>
                  <p:cNvPr id="103" name="Rectangle 102">
                    <a:extLst>
                      <a:ext uri="{FF2B5EF4-FFF2-40B4-BE49-F238E27FC236}">
                        <a16:creationId xmlns:a16="http://schemas.microsoft.com/office/drawing/2014/main" id="{09B4C006-94D6-DA96-9FFA-C1885DC37C8B}"/>
                      </a:ext>
                    </a:extLst>
                  </p:cNvPr>
                  <p:cNvSpPr/>
                  <p:nvPr/>
                </p:nvSpPr>
                <p:spPr>
                  <a:xfrm>
                    <a:off x="8267178" y="2695903"/>
                    <a:ext cx="325677" cy="24353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104" name="Picture 103" descr="A black and white circle with a number in it&#10;&#10;AI-generated content may be incorrect.">
                    <a:extLst>
                      <a:ext uri="{FF2B5EF4-FFF2-40B4-BE49-F238E27FC236}">
                        <a16:creationId xmlns:a16="http://schemas.microsoft.com/office/drawing/2014/main" id="{1A2A82D8-C964-FB7F-A433-63AA22A807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033867" y="2506496"/>
                    <a:ext cx="724592" cy="68577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CC2CA4E2-C801-4A2B-5511-236E2B781451}"/>
                    </a:ext>
                  </a:extLst>
                </p:cNvPr>
                <p:cNvSpPr/>
                <p:nvPr/>
              </p:nvSpPr>
              <p:spPr>
                <a:xfrm>
                  <a:off x="8267178" y="2670527"/>
                  <a:ext cx="346841" cy="2942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EDB4924-F477-F48D-E4BC-CCBE3288AB9A}"/>
                  </a:ext>
                </a:extLst>
              </p:cNvPr>
              <p:cNvSpPr txBox="1"/>
              <p:nvPr/>
            </p:nvSpPr>
            <p:spPr>
              <a:xfrm>
                <a:off x="7955306" y="2561259"/>
                <a:ext cx="962024" cy="5128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GND</a:t>
                </a:r>
              </a:p>
            </p:txBody>
          </p:sp>
        </p:grp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31D8528-BD66-298F-837C-DBCDFCBC7DB1}"/>
                </a:ext>
              </a:extLst>
            </p:cNvPr>
            <p:cNvSpPr/>
            <p:nvPr/>
          </p:nvSpPr>
          <p:spPr>
            <a:xfrm>
              <a:off x="5535995" y="4305721"/>
              <a:ext cx="301504" cy="2416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72A25B4-D126-99F5-40E1-ADC317A5135F}"/>
                </a:ext>
              </a:extLst>
            </p:cNvPr>
            <p:cNvSpPr/>
            <p:nvPr/>
          </p:nvSpPr>
          <p:spPr>
            <a:xfrm>
              <a:off x="6341488" y="4305720"/>
              <a:ext cx="301504" cy="2416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E129B6F-FC61-E14A-6235-843E8EEF8C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4904" y="3116626"/>
              <a:ext cx="24027" cy="79685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FD0F978-C02C-A901-0EDC-F8739C17C3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8848" y="2828024"/>
              <a:ext cx="30851" cy="65946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ED7CD0C-1B97-5B63-8D6E-BEDE6F3549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99659" y="3108217"/>
              <a:ext cx="15211" cy="72669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5D8A11B-0770-BFC8-F79A-6447238366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92111" y="2836224"/>
              <a:ext cx="21717" cy="42483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C3715C4-B208-08BD-1E08-69289C893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715" y="2481098"/>
              <a:ext cx="0" cy="106086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18A4BC8-1111-FEC1-A9EB-90EFEBF94B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715" y="2132139"/>
              <a:ext cx="0" cy="106086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44EFD22-2DE3-9470-A533-B756E7D499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9856" y="2338991"/>
              <a:ext cx="22510" cy="0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D31C02E2-D789-FB27-8275-1CD6B0438DF7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 flipH="1">
              <a:off x="5892259" y="2342166"/>
              <a:ext cx="73882" cy="6956"/>
            </a:xfrm>
            <a:prstGeom prst="line">
              <a:avLst/>
            </a:prstGeom>
            <a:ln w="158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6354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SPENCELEY</dc:creator>
  <cp:lastModifiedBy>Rob SPENCELEY</cp:lastModifiedBy>
  <cp:revision>1</cp:revision>
  <dcterms:created xsi:type="dcterms:W3CDTF">2025-12-15T14:53:36Z</dcterms:created>
  <dcterms:modified xsi:type="dcterms:W3CDTF">2025-12-15T17:17:59Z</dcterms:modified>
</cp:coreProperties>
</file>