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18"/>
    <p:restoredTop sz="94635"/>
  </p:normalViewPr>
  <p:slideViewPr>
    <p:cSldViewPr snapToGrid="0">
      <p:cViewPr varScale="1">
        <p:scale>
          <a:sx n="120" d="100"/>
          <a:sy n="120" d="100"/>
        </p:scale>
        <p:origin x="3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74066-66E3-A7CA-F1FB-938151ED91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4468D2-81EB-4851-53F9-745938B26B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AF8AF-8703-A275-5516-6087C7629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81A44-F7F2-6B42-8404-29152CD9591C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1CBA8-2C0E-361F-162F-CBB4907DB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D8695E-BCF0-C82B-744E-33C3B0F51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E924F-387D-4549-91A3-A0CA58B7E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565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E88BD-F20C-4FDD-3CB9-F2CD3148D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FDACF-003C-ACDA-F464-396770D00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F14CC-94EF-FB53-74D0-63AB97310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81A44-F7F2-6B42-8404-29152CD9591C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3969A-AC1E-4438-916A-1D3DBC06D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2921E-A80A-EA4F-1FAB-92E79A3BF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E924F-387D-4549-91A3-A0CA58B7E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81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40744-35A0-2BB3-1DA8-22D8150B5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9F7B0-39DE-9F60-2945-81E2C8E44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3C0EEC-ADA6-1E8C-F996-EA4356A4A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81A44-F7F2-6B42-8404-29152CD9591C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3DEA6-8B6A-9B68-06CB-62C45860C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E5E54-DF63-A66B-355C-E8BF5954D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E924F-387D-4549-91A3-A0CA58B7E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801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B7612-EE1A-BD68-C4AF-4B3488B8F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11EA6-93E5-C85E-4060-159AF4E6D7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02FCBD-FB1F-1A09-0CBE-42BF1C2A11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4B54FD-5913-7D77-EA9B-76418B49C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81A44-F7F2-6B42-8404-29152CD9591C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57C3B-4239-2D87-DDA7-E8FE63DB2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81455C-7B6F-A7C4-626C-AF494F775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E924F-387D-4549-91A3-A0CA58B7E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049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8E385-07DC-33AE-FD00-935A80769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3FCFFC-871B-108F-76A3-82C420344C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066401-0706-A1DC-DF92-2D7F9D3C39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E04976-3CF8-6464-ECC9-D2AC7B8B8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05D31F-D8B2-9119-0F9C-4C978DB50A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DA5E19-2EDA-8AA9-D343-6A083A982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81A44-F7F2-6B42-8404-29152CD9591C}" type="datetimeFigureOut">
              <a:rPr lang="en-US" smtClean="0"/>
              <a:t>6/10/26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266252-45AC-01D4-773F-E867B079D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D06594-71F4-1A54-8CC6-5485F1E04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E924F-387D-4549-91A3-A0CA58B7E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970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D445A-C197-2C7B-9A7B-86D9F7925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7E356D-8812-429D-DDDB-E66B55E09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81A44-F7F2-6B42-8404-29152CD9591C}" type="datetimeFigureOut">
              <a:rPr lang="en-US" smtClean="0"/>
              <a:t>6/10/26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7AC89-37AF-D2BB-AC46-04DF2C6E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5F4D3A-36C3-E03B-3F2F-567F043DF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E924F-387D-4549-91A3-A0CA58B7E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774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CFFEB4-D517-4440-DBDC-4FEC48348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81A44-F7F2-6B42-8404-29152CD9591C}" type="datetimeFigureOut">
              <a:rPr lang="en-US" smtClean="0"/>
              <a:t>6/10/26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9867F8-C4A8-CA11-E7F5-E6FD10B56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E975CE-FBAB-BDA4-7B1B-42713A9DB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E924F-387D-4549-91A3-A0CA58B7E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906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DA67A-FD47-E875-064E-25ECFCBC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3DD2D-032C-6610-F18A-345657CF68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EDC5A3-0C47-E832-6146-F5B31C9F02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A6C157-34E3-94D7-F418-47F9307B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81A44-F7F2-6B42-8404-29152CD9591C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6E8A8B-F440-559C-3806-2EAF4DCC8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B61E10-2564-958B-139E-35726D74D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E924F-387D-4549-91A3-A0CA58B7E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916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CE715-EC95-7652-8058-54E8C4AF8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A73D09-96CA-C784-8F3E-DC98178B9D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7F5E6-4654-AA74-0751-E664F30C5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3746AA-C055-6668-735C-7C1151D13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81A44-F7F2-6B42-8404-29152CD9591C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34F3C-41B2-0E6A-543D-7075AB55C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FB9CCA-633F-71E8-BC49-3CD88715D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E924F-387D-4549-91A3-A0CA58B7E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921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E2116-E3F2-6AAE-8913-AA47122BA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66855A-2350-09DA-9729-46D5566E41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CE4AE-86ED-446F-818D-42AD6FC4E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81A44-F7F2-6B42-8404-29152CD9591C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77A7F-6B98-7065-F496-C3D5B679A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84DE9-77AC-F62F-0D49-CBCFC1047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E924F-387D-4549-91A3-A0CA58B7E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289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762AF0-269E-215E-6AC1-685AC7809D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381791-5E55-B79E-9A17-2170EFBE9B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FD6009-DD63-2B51-A621-9968927F7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81A44-F7F2-6B42-8404-29152CD9591C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1F5D5-B47B-EB48-0DB7-A10F7BEE5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A35F06-6618-AFB5-60E6-02083D97E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E924F-387D-4549-91A3-A0CA58B7E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450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BE26A1-7528-EA97-A6FD-76E270823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D80DFD-F633-26F7-C980-3715E8B5C5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1FFDB-40AC-4BC6-F56A-4B3262CDCC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681A44-F7F2-6B42-8404-29152CD9591C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A988A0-529F-6E52-49EA-77BF2EB68A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73E622-E13E-06E9-3055-22B6E9340F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8E924F-387D-4549-91A3-A0CA58B7E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212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896B6-5048-323D-84D3-2DCB98069F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Website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A8022F-DF93-029C-9534-E1651712A6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Through GitHub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4163AB-6945-5434-6C10-9586B12E5B32}"/>
              </a:ext>
            </a:extLst>
          </p:cNvPr>
          <p:cNvSpPr txBox="1"/>
          <p:nvPr/>
        </p:nvSpPr>
        <p:spPr>
          <a:xfrm>
            <a:off x="2041451" y="5624623"/>
            <a:ext cx="84037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Get files from: https://</a:t>
            </a:r>
            <a:r>
              <a:rPr lang="en-US" sz="3200" b="1" dirty="0" err="1"/>
              <a:t>tinyurl.com</a:t>
            </a:r>
            <a:r>
              <a:rPr lang="en-US" sz="3200" b="1" dirty="0"/>
              <a:t>/4ybxuaax</a:t>
            </a:r>
          </a:p>
        </p:txBody>
      </p:sp>
    </p:spTree>
    <p:extLst>
      <p:ext uri="{BB962C8B-B14F-4D97-AF65-F5344CB8AC3E}">
        <p14:creationId xmlns:p14="http://schemas.microsoft.com/office/powerpoint/2010/main" val="3885247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D137D-8958-1DFC-24EB-E6AF87AA2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1BCD0-8F9D-2FA9-0775-5C25F8944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1. Go to </a:t>
            </a:r>
            <a:r>
              <a:rPr lang="en-US" dirty="0" err="1"/>
              <a:t>github</a:t>
            </a:r>
            <a:r>
              <a:rPr lang="en-US" dirty="0"/>
              <a:t> and create a new repo</a:t>
            </a:r>
          </a:p>
          <a:p>
            <a:pPr marL="0" indent="0">
              <a:buNone/>
            </a:pPr>
            <a:r>
              <a:rPr lang="en-US" dirty="0"/>
              <a:t>	- Name the repo </a:t>
            </a:r>
            <a:r>
              <a:rPr lang="en-US" dirty="0" err="1"/>
              <a:t>username.github.io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- </a:t>
            </a:r>
            <a:r>
              <a:rPr lang="en-US" b="1" dirty="0"/>
              <a:t>Replace ”username” with your username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2. Make sure the repo is public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3. Add readme, license, git ignore, </a:t>
            </a:r>
            <a:r>
              <a:rPr lang="en-US" dirty="0" err="1"/>
              <a:t>etc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4. After created, add your folders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5. </a:t>
            </a:r>
            <a:r>
              <a:rPr lang="en-US" dirty="0">
                <a:solidFill>
                  <a:srgbClr val="FF0000"/>
                </a:solidFill>
              </a:rPr>
              <a:t>To publish as a website, go to Settings, Pages on the left side</a:t>
            </a:r>
            <a:r>
              <a:rPr lang="en-US">
                <a:solidFill>
                  <a:srgbClr val="FF0000"/>
                </a:solidFill>
              </a:rPr>
              <a:t>, Publish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8251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50AB0-776D-5443-1315-6CBFDC834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Website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F5DD5-8933-5C16-6763-2976DCAE6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Index.html</a:t>
            </a:r>
            <a:endParaRPr lang="en-US" dirty="0"/>
          </a:p>
          <a:p>
            <a:pPr lvl="1"/>
            <a:r>
              <a:rPr lang="en-US" dirty="0"/>
              <a:t>This is your landing page. </a:t>
            </a:r>
          </a:p>
          <a:p>
            <a:pPr lvl="1"/>
            <a:endParaRPr lang="en-US" dirty="0"/>
          </a:p>
          <a:p>
            <a:r>
              <a:rPr lang="en-US" dirty="0"/>
              <a:t>To add additional pages, you will create additional html files, like the ”</a:t>
            </a:r>
            <a:r>
              <a:rPr lang="en-US" dirty="0" err="1"/>
              <a:t>secondary.html</a:t>
            </a:r>
            <a:r>
              <a:rPr lang="en-US" dirty="0"/>
              <a:t> file” – then map to the navigation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Nav.html</a:t>
            </a:r>
            <a:r>
              <a:rPr lang="en-US" dirty="0"/>
              <a:t> is your header</a:t>
            </a:r>
          </a:p>
        </p:txBody>
      </p:sp>
    </p:spTree>
    <p:extLst>
      <p:ext uri="{BB962C8B-B14F-4D97-AF65-F5344CB8AC3E}">
        <p14:creationId xmlns:p14="http://schemas.microsoft.com/office/powerpoint/2010/main" val="1954419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2E0C7-32F8-3683-4FD5-6EE66FC1F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Structure – </a:t>
            </a:r>
            <a:r>
              <a:rPr lang="en-US" dirty="0" err="1"/>
              <a:t>css</a:t>
            </a:r>
            <a:r>
              <a:rPr lang="en-US" dirty="0"/>
              <a:t>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30345-A0C1-CAD1-C242-CB4B974E8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</a:t>
            </a:r>
            <a:r>
              <a:rPr lang="en-US" dirty="0" err="1"/>
              <a:t>css</a:t>
            </a:r>
            <a:r>
              <a:rPr lang="en-US" dirty="0"/>
              <a:t> files are what brings your website to life</a:t>
            </a:r>
          </a:p>
          <a:p>
            <a:pPr lvl="1"/>
            <a:r>
              <a:rPr lang="en-US" dirty="0"/>
              <a:t>Defining the visual elements on a page</a:t>
            </a:r>
          </a:p>
          <a:p>
            <a:pPr lvl="1"/>
            <a:endParaRPr lang="en-US" dirty="0"/>
          </a:p>
          <a:p>
            <a:r>
              <a:rPr lang="en-US" dirty="0"/>
              <a:t>In the example: </a:t>
            </a:r>
          </a:p>
          <a:p>
            <a:pPr lvl="1"/>
            <a:r>
              <a:rPr lang="en-US" dirty="0" err="1"/>
              <a:t>Base.css</a:t>
            </a:r>
            <a:r>
              <a:rPr lang="en-US" dirty="0"/>
              <a:t> – core, default settings </a:t>
            </a:r>
          </a:p>
          <a:p>
            <a:pPr lvl="1"/>
            <a:r>
              <a:rPr lang="en-US" dirty="0" err="1"/>
              <a:t>Theme.css</a:t>
            </a:r>
            <a:r>
              <a:rPr lang="en-US" dirty="0"/>
              <a:t> – background settings</a:t>
            </a:r>
          </a:p>
          <a:p>
            <a:pPr lvl="1"/>
            <a:r>
              <a:rPr lang="en-US" dirty="0" err="1"/>
              <a:t>Layout.css</a:t>
            </a:r>
            <a:r>
              <a:rPr lang="en-US" dirty="0"/>
              <a:t> – spacing/structure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r>
              <a:rPr lang="en-US" dirty="0"/>
              <a:t>If you want a consistent style, use a global </a:t>
            </a:r>
            <a:r>
              <a:rPr lang="en-US" dirty="0" err="1"/>
              <a:t>css</a:t>
            </a:r>
            <a:endParaRPr lang="en-US" dirty="0"/>
          </a:p>
          <a:p>
            <a:r>
              <a:rPr lang="en-US" dirty="0"/>
              <a:t>If you want unique pages, use a local </a:t>
            </a:r>
            <a:r>
              <a:rPr lang="en-US" dirty="0" err="1"/>
              <a:t>css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7414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DA261-AF79-AE7B-DE18-246D979D1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E4D8E-7E57-F287-EEC9-5A1BB8F02B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Three.js</a:t>
            </a:r>
            <a:r>
              <a:rPr lang="en-US" dirty="0"/>
              <a:t> – loads 3D models</a:t>
            </a:r>
          </a:p>
          <a:p>
            <a:endParaRPr lang="en-US" dirty="0"/>
          </a:p>
          <a:p>
            <a:r>
              <a:rPr lang="en-US" dirty="0"/>
              <a:t>Sets videos to play on scroll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036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39E66-C681-8259-9B02-40CAB6235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Congratulations – you now have a website!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7F21A-66C6-DFDE-437B-C4AF8D741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URL of your cite is the name of your repo: 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 err="1"/>
              <a:t>Username.github.io</a:t>
            </a: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Most importantly, LLMs are your friend when it comes to website design! Don’t be afraid to utilize them!!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38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266</Words>
  <Application>Microsoft Macintosh PowerPoint</Application>
  <PresentationFormat>Widescreen</PresentationFormat>
  <Paragraphs>44</Paragraphs>
  <Slides>6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Website Design</vt:lpstr>
      <vt:lpstr>Getting Started</vt:lpstr>
      <vt:lpstr>Website Structure</vt:lpstr>
      <vt:lpstr>Secondary Structure – css files</vt:lpstr>
      <vt:lpstr>Useful Functions</vt:lpstr>
      <vt:lpstr>Congratulations – you now have a website!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 SPENCELEY</dc:creator>
  <cp:lastModifiedBy>Rob SPENCELEY</cp:lastModifiedBy>
  <cp:revision>1</cp:revision>
  <dcterms:created xsi:type="dcterms:W3CDTF">2026-02-19T16:44:18Z</dcterms:created>
  <dcterms:modified xsi:type="dcterms:W3CDTF">2026-06-10T15:11:27Z</dcterms:modified>
</cp:coreProperties>
</file>