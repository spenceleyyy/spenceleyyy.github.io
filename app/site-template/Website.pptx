
<file path=[Content_Types].xml><?xml version="1.0" encoding="utf-8"?>
<Types xmlns="http://schemas.openxmlformats.org/package/2006/content-types">
  <Default Extension="jpeg" ContentType="image/jpe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2"/>
    <p:sldId id="257" r:id="rId3"/>
    <p:sldId id="259" r:id="rId4"/>
    <p:sldId id="260" r:id="rId5"/>
    <p:sldId id="261" r:id="rId6"/>
    <p:sldId id="258" r:id="rId7"/>
  </p:sldIdLst>
  <p:sldSz cx="12192000" cy="6858000"/>
  <p:notesSz cx="6858000" cy="9144000"/>
  <p:defaultTextStyle>
    <a:defPPr>
      <a:defRPr lang="en-US"/>
    </a:defPPr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/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32767"/>
    </p:ext>
    <p:ext uri="{FD5EFAAD-0ECE-453E-9831-46B23BE46B34}">
      <p15:chartTrackingRefBased xmlns:p15="http://schemas.microsoft.com/office/powerpoint/2012/main" val="1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6520"/>
    <p:restoredTop sz="94635"/>
  </p:normalViewPr>
  <p:slideViewPr>
    <p:cSldViewPr snapToGrid="0">
      <p:cViewPr varScale="1">
        <p:scale>
          <a:sx n="120" d="100"/>
          <a:sy n="120" d="100"/>
        </p:scale>
        <p:origin x="384" y="176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presProps" Target="presProps.xml"/><Relationship Id="rId3" Type="http://schemas.openxmlformats.org/officeDocument/2006/relationships/slide" Target="slides/slide2.xml"/><Relationship Id="rId7" Type="http://schemas.openxmlformats.org/officeDocument/2006/relationships/slide" Target="slides/slide6.xml"/><Relationship Id="rId2" Type="http://schemas.openxmlformats.org/officeDocument/2006/relationships/slide" Target="slides/slide1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tableStyles" Target="tableStyles.xml"/><Relationship Id="rId5" Type="http://schemas.openxmlformats.org/officeDocument/2006/relationships/slide" Target="slides/slide4.xml"/><Relationship Id="rId10" Type="http://schemas.openxmlformats.org/officeDocument/2006/relationships/theme" Target="theme/theme1.xml"/><Relationship Id="rId4" Type="http://schemas.openxmlformats.org/officeDocument/2006/relationships/slide" Target="slides/slide3.xml"/><Relationship Id="rId9" Type="http://schemas.openxmlformats.org/officeDocument/2006/relationships/viewProps" Target="viewProps.xml"/></Relationship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55274066-66E3-A7CA-F1FB-938151ED91A5}"/>
              </a:ext>
            </a:extLst>
          </p:cNvPr>
          <p:cNvSpPr>
            <a:spLocks noGrp="1"/>
          </p:cNvSpPr>
          <p:nvPr>
            <p:ph type="ctrTitle"/>
          </p:nvPr>
        </p:nvSpPr>
        <p:spPr>
          <a:xfrm>
            <a:off x="1524000" y="1122363"/>
            <a:ext cx="9144000" cy="2387600"/>
          </a:xfrm>
        </p:spPr>
        <p:txBody>
          <a:bodyPr anchor="b"/>
          <a:lstStyle>
            <a:lvl1pPr algn="ctr">
              <a:defRPr sz="6000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Subtitle 2">
            <a:extLst>
              <a:ext uri="{FF2B5EF4-FFF2-40B4-BE49-F238E27FC236}">
                <a16:creationId xmlns:a16="http://schemas.microsoft.com/office/drawing/2014/main" id="{584468D2-81EB-4851-53F9-745938B26B8D}"/>
              </a:ext>
            </a:extLst>
          </p:cNvPr>
          <p:cNvSpPr>
            <a:spLocks noGrp="1"/>
          </p:cNvSpPr>
          <p:nvPr>
            <p:ph type="subTitle" idx="1"/>
          </p:nvPr>
        </p:nvSpPr>
        <p:spPr>
          <a:xfrm>
            <a:off x="1524000" y="3602038"/>
            <a:ext cx="9144000" cy="1655762"/>
          </a:xfrm>
        </p:spPr>
        <p:txBody>
          <a:bodyPr/>
          <a:lstStyle>
            <a:lvl1pPr marL="0" indent="0" algn="ctr">
              <a:buNone/>
              <a:defRPr sz="2400"/>
            </a:lvl1pPr>
            <a:lvl2pPr marL="457200" indent="0" algn="ctr">
              <a:buNone/>
              <a:defRPr sz="2000"/>
            </a:lvl2pPr>
            <a:lvl3pPr marL="914400" indent="0" algn="ctr">
              <a:buNone/>
              <a:defRPr sz="1800"/>
            </a:lvl3pPr>
            <a:lvl4pPr marL="1371600" indent="0" algn="ctr">
              <a:buNone/>
              <a:defRPr sz="1600"/>
            </a:lvl4pPr>
            <a:lvl5pPr marL="1828800" indent="0" algn="ctr">
              <a:buNone/>
              <a:defRPr sz="1600"/>
            </a:lvl5pPr>
            <a:lvl6pPr marL="2286000" indent="0" algn="ctr">
              <a:buNone/>
              <a:defRPr sz="1600"/>
            </a:lvl6pPr>
            <a:lvl7pPr marL="2743200" indent="0" algn="ctr">
              <a:buNone/>
              <a:defRPr sz="1600"/>
            </a:lvl7pPr>
            <a:lvl8pPr marL="3200400" indent="0" algn="ctr">
              <a:buNone/>
              <a:defRPr sz="1600"/>
            </a:lvl8pPr>
            <a:lvl9pPr marL="3657600" indent="0" algn="ctr">
              <a:buNone/>
              <a:defRPr sz="1600"/>
            </a:lvl9pPr>
          </a:lstStyle>
          <a:p>
            <a:r>
              <a:rPr lang="en-US"/>
              <a:t>Click to edit Master subtitle style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A1AAF8AF-8703-A275-5516-6087C762966C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63681A44-F7F2-6B42-8404-29152CD9591C}" type="datetimeFigureOut">
              <a:rPr lang="en-US" smtClean="0"/>
              <a:t>2/20/26</a:t>
            </a:fld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8AA1CBA8-2C0E-361F-162F-CBB4907DBE6C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67D8695E-BCF0-C82B-744E-33C3B0F5157D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A8E924F-387D-4549-91A3-A0CA58B7E773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934565867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C63E88BD-F20C-4FDD-3CB9-F2CD3148D777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5AFFDACF-003C-ACDA-F464-396770D00FC5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FF0F14CC-94EF-FB53-74D0-63AB97310E66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63681A44-F7F2-6B42-8404-29152CD9591C}" type="datetimeFigureOut">
              <a:rPr lang="en-US" smtClean="0"/>
              <a:t>2/20/26</a:t>
            </a:fld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3F13969A-AC1E-4438-916A-1D3DBC06D450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37F2921E-A80A-EA4F-1FAB-92E79A3BF180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A8E924F-387D-4549-91A3-A0CA58B7E773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45981752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8FD40744-35A0-2BB3-1DA8-22D8150B5503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1850" y="1709738"/>
            <a:ext cx="10515600" cy="2852737"/>
          </a:xfrm>
        </p:spPr>
        <p:txBody>
          <a:bodyPr anchor="b"/>
          <a:lstStyle>
            <a:lvl1pPr>
              <a:defRPr sz="6000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3F69F7B0-39DE-9F60-2945-81E2C8E44F83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1850" y="4589463"/>
            <a:ext cx="10515600" cy="1500187"/>
          </a:xfrm>
        </p:spPr>
        <p:txBody>
          <a:bodyPr/>
          <a:lstStyle>
            <a:lvl1pPr marL="0" indent="0">
              <a:buNone/>
              <a:defRPr sz="2400">
                <a:solidFill>
                  <a:schemeClr val="tx1">
                    <a:tint val="82000"/>
                  </a:schemeClr>
                </a:solidFill>
              </a:defRPr>
            </a:lvl1pPr>
            <a:lvl2pPr marL="457200" indent="0">
              <a:buNone/>
              <a:defRPr sz="2000">
                <a:solidFill>
                  <a:schemeClr val="tx1">
                    <a:tint val="82000"/>
                  </a:schemeClr>
                </a:solidFill>
              </a:defRPr>
            </a:lvl2pPr>
            <a:lvl3pPr marL="914400" indent="0">
              <a:buNone/>
              <a:defRPr sz="1800">
                <a:solidFill>
                  <a:schemeClr val="tx1">
                    <a:tint val="82000"/>
                  </a:schemeClr>
                </a:solidFill>
              </a:defRPr>
            </a:lvl3pPr>
            <a:lvl4pPr marL="13716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4pPr>
            <a:lvl5pPr marL="18288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5pPr>
            <a:lvl6pPr marL="22860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6pPr>
            <a:lvl7pPr marL="27432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7pPr>
            <a:lvl8pPr marL="32004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8pPr>
            <a:lvl9pPr marL="36576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923C0EEC-ADA6-1E8C-F996-EA4356A4A5E3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63681A44-F7F2-6B42-8404-29152CD9591C}" type="datetimeFigureOut">
              <a:rPr lang="en-US" smtClean="0"/>
              <a:t>2/20/26</a:t>
            </a:fld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96E3DEA6-8B6A-9B68-06CB-62C45860C6C8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20AE5E54-DF63-A66B-355C-E8BF5954D138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A8E924F-387D-4549-91A3-A0CA58B7E773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873980171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C28B7612-EE1A-BD68-C4AF-4B3488B8FFC1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A5E11EA6-93E5-C85E-4060-159AF4E6D7FF}"/>
              </a:ext>
            </a:extLst>
          </p:cNvPr>
          <p:cNvSpPr>
            <a:spLocks noGrp="1"/>
          </p:cNvSpPr>
          <p:nvPr>
            <p:ph sz="half" idx="1"/>
          </p:nvPr>
        </p:nvSpPr>
        <p:spPr>
          <a:xfrm>
            <a:off x="838200" y="1825625"/>
            <a:ext cx="5181600" cy="435133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Content Placeholder 3">
            <a:extLst>
              <a:ext uri="{FF2B5EF4-FFF2-40B4-BE49-F238E27FC236}">
                <a16:creationId xmlns:a16="http://schemas.microsoft.com/office/drawing/2014/main" id="{F602FCBD-FB1F-1A09-0CBE-42BF1C2A1172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6172200" y="1825625"/>
            <a:ext cx="5181600" cy="435133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5" name="Date Placeholder 4">
            <a:extLst>
              <a:ext uri="{FF2B5EF4-FFF2-40B4-BE49-F238E27FC236}">
                <a16:creationId xmlns:a16="http://schemas.microsoft.com/office/drawing/2014/main" id="{944B54FD-5913-7D77-EA9B-76418B49C038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63681A44-F7F2-6B42-8404-29152CD9591C}" type="datetimeFigureOut">
              <a:rPr lang="en-US" smtClean="0"/>
              <a:t>2/20/26</a:t>
            </a:fld>
            <a:endParaRPr lang="en-US"/>
          </a:p>
        </p:txBody>
      </p:sp>
      <p:sp>
        <p:nvSpPr>
          <p:cNvPr id="6" name="Footer Placeholder 5">
            <a:extLst>
              <a:ext uri="{FF2B5EF4-FFF2-40B4-BE49-F238E27FC236}">
                <a16:creationId xmlns:a16="http://schemas.microsoft.com/office/drawing/2014/main" id="{BA057C3B-4239-2D87-DDA7-E8FE63DB246D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FE81455C-7B6F-A7C4-626C-AF494F775471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A8E924F-387D-4549-91A3-A0CA58B7E773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4263049308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33E8E385-07DC-33AE-FD00-935A80769339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365125"/>
            <a:ext cx="10515600" cy="1325563"/>
          </a:xfrm>
        </p:spPr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953FCFFC-871B-108F-76A3-82C420344CD2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9788" y="1681163"/>
            <a:ext cx="5157787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Content Placeholder 3">
            <a:extLst>
              <a:ext uri="{FF2B5EF4-FFF2-40B4-BE49-F238E27FC236}">
                <a16:creationId xmlns:a16="http://schemas.microsoft.com/office/drawing/2014/main" id="{86066401-0706-A1DC-DF92-2D7F9D3C3994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839788" y="2505075"/>
            <a:ext cx="5157787" cy="368458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5" name="Text Placeholder 4">
            <a:extLst>
              <a:ext uri="{FF2B5EF4-FFF2-40B4-BE49-F238E27FC236}">
                <a16:creationId xmlns:a16="http://schemas.microsoft.com/office/drawing/2014/main" id="{E7E04976-3CF8-6464-ECC9-D2AC7B8B8601}"/>
              </a:ext>
            </a:extLst>
          </p:cNvPr>
          <p:cNvSpPr>
            <a:spLocks noGrp="1"/>
          </p:cNvSpPr>
          <p:nvPr>
            <p:ph type="body" sz="quarter" idx="3"/>
          </p:nvPr>
        </p:nvSpPr>
        <p:spPr>
          <a:xfrm>
            <a:off x="6172200" y="1681163"/>
            <a:ext cx="5183188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6" name="Content Placeholder 5">
            <a:extLst>
              <a:ext uri="{FF2B5EF4-FFF2-40B4-BE49-F238E27FC236}">
                <a16:creationId xmlns:a16="http://schemas.microsoft.com/office/drawing/2014/main" id="{6305D31F-D8B2-9119-0F9C-4C978DB50A46}"/>
              </a:ext>
            </a:extLst>
          </p:cNvPr>
          <p:cNvSpPr>
            <a:spLocks noGrp="1"/>
          </p:cNvSpPr>
          <p:nvPr>
            <p:ph sz="quarter" idx="4"/>
          </p:nvPr>
        </p:nvSpPr>
        <p:spPr>
          <a:xfrm>
            <a:off x="6172200" y="2505075"/>
            <a:ext cx="5183188" cy="368458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7" name="Date Placeholder 6">
            <a:extLst>
              <a:ext uri="{FF2B5EF4-FFF2-40B4-BE49-F238E27FC236}">
                <a16:creationId xmlns:a16="http://schemas.microsoft.com/office/drawing/2014/main" id="{93DA5E19-2EDA-8AA9-D343-6A083A982943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63681A44-F7F2-6B42-8404-29152CD9591C}" type="datetimeFigureOut">
              <a:rPr lang="en-US" smtClean="0"/>
              <a:t>2/20/26</a:t>
            </a:fld>
            <a:endParaRPr lang="en-US"/>
          </a:p>
        </p:txBody>
      </p:sp>
      <p:sp>
        <p:nvSpPr>
          <p:cNvPr id="8" name="Footer Placeholder 7">
            <a:extLst>
              <a:ext uri="{FF2B5EF4-FFF2-40B4-BE49-F238E27FC236}">
                <a16:creationId xmlns:a16="http://schemas.microsoft.com/office/drawing/2014/main" id="{93266252-45AC-01D4-773F-E867B079D134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>
            <a:extLst>
              <a:ext uri="{FF2B5EF4-FFF2-40B4-BE49-F238E27FC236}">
                <a16:creationId xmlns:a16="http://schemas.microsoft.com/office/drawing/2014/main" id="{D1D06594-71F4-1A54-8CC6-5485F1E0439A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A8E924F-387D-4549-91A3-A0CA58B7E773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438970937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6EBD445A-C197-2C7B-9A7B-86D9F792525F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Date Placeholder 2">
            <a:extLst>
              <a:ext uri="{FF2B5EF4-FFF2-40B4-BE49-F238E27FC236}">
                <a16:creationId xmlns:a16="http://schemas.microsoft.com/office/drawing/2014/main" id="{CF7E356D-8812-429D-DDDB-E66B55E094A9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63681A44-F7F2-6B42-8404-29152CD9591C}" type="datetimeFigureOut">
              <a:rPr lang="en-US" smtClean="0"/>
              <a:t>2/20/26</a:t>
            </a:fld>
            <a:endParaRPr lang="en-US"/>
          </a:p>
        </p:txBody>
      </p:sp>
      <p:sp>
        <p:nvSpPr>
          <p:cNvPr id="4" name="Footer Placeholder 3">
            <a:extLst>
              <a:ext uri="{FF2B5EF4-FFF2-40B4-BE49-F238E27FC236}">
                <a16:creationId xmlns:a16="http://schemas.microsoft.com/office/drawing/2014/main" id="{9E47AC89-37AF-D2BB-AC46-04DF2C6E4F06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>
            <a:extLst>
              <a:ext uri="{FF2B5EF4-FFF2-40B4-BE49-F238E27FC236}">
                <a16:creationId xmlns:a16="http://schemas.microsoft.com/office/drawing/2014/main" id="{795F4D3A-36C3-E03B-3F2F-567F043DF780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A8E924F-387D-4549-91A3-A0CA58B7E773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072774065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>
            <a:extLst>
              <a:ext uri="{FF2B5EF4-FFF2-40B4-BE49-F238E27FC236}">
                <a16:creationId xmlns:a16="http://schemas.microsoft.com/office/drawing/2014/main" id="{58CFFEB4-D517-4440-DBDC-4FEC4834851F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63681A44-F7F2-6B42-8404-29152CD9591C}" type="datetimeFigureOut">
              <a:rPr lang="en-US" smtClean="0"/>
              <a:t>2/20/26</a:t>
            </a:fld>
            <a:endParaRPr lang="en-US"/>
          </a:p>
        </p:txBody>
      </p:sp>
      <p:sp>
        <p:nvSpPr>
          <p:cNvPr id="3" name="Footer Placeholder 2">
            <a:extLst>
              <a:ext uri="{FF2B5EF4-FFF2-40B4-BE49-F238E27FC236}">
                <a16:creationId xmlns:a16="http://schemas.microsoft.com/office/drawing/2014/main" id="{879867F8-C4A8-CA11-E7F5-E6FD10B56A58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2CE975CE-FBAB-BDA4-7B1B-42713A9DB8AE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A8E924F-387D-4549-91A3-A0CA58B7E773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596906572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FB3DA67A-FD47-E875-064E-25ECFCBC2508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B1A3DD2D-032C-6610-F18A-345657CF6881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Text Placeholder 3">
            <a:extLst>
              <a:ext uri="{FF2B5EF4-FFF2-40B4-BE49-F238E27FC236}">
                <a16:creationId xmlns:a16="http://schemas.microsoft.com/office/drawing/2014/main" id="{70EDC5A3-0C47-E832-6146-F5B31C9F0219}"/>
              </a:ext>
            </a:extLst>
          </p:cNvPr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>
            <a:extLst>
              <a:ext uri="{FF2B5EF4-FFF2-40B4-BE49-F238E27FC236}">
                <a16:creationId xmlns:a16="http://schemas.microsoft.com/office/drawing/2014/main" id="{9BA6C157-34E3-94D7-F418-47F9307B2B5C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63681A44-F7F2-6B42-8404-29152CD9591C}" type="datetimeFigureOut">
              <a:rPr lang="en-US" smtClean="0"/>
              <a:t>2/20/26</a:t>
            </a:fld>
            <a:endParaRPr lang="en-US"/>
          </a:p>
        </p:txBody>
      </p:sp>
      <p:sp>
        <p:nvSpPr>
          <p:cNvPr id="6" name="Footer Placeholder 5">
            <a:extLst>
              <a:ext uri="{FF2B5EF4-FFF2-40B4-BE49-F238E27FC236}">
                <a16:creationId xmlns:a16="http://schemas.microsoft.com/office/drawing/2014/main" id="{896E8A8B-F440-559C-3806-2EAF4DCC858F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91B61E10-2564-958B-139E-35726D74D1A0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A8E924F-387D-4549-91A3-A0CA58B7E773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2916826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5AECE715-EC95-7652-8058-54E8C4AF8F65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Picture Placeholder 2">
            <a:extLst>
              <a:ext uri="{FF2B5EF4-FFF2-40B4-BE49-F238E27FC236}">
                <a16:creationId xmlns:a16="http://schemas.microsoft.com/office/drawing/2014/main" id="{29A73D09-96CA-C784-8F3E-DC98178B9D0C}"/>
              </a:ext>
            </a:extLst>
          </p:cNvPr>
          <p:cNvSpPr>
            <a:spLocks noGrp="1"/>
          </p:cNvSpPr>
          <p:nvPr>
            <p:ph type="pic"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>
            <a:extLst>
              <a:ext uri="{FF2B5EF4-FFF2-40B4-BE49-F238E27FC236}">
                <a16:creationId xmlns:a16="http://schemas.microsoft.com/office/drawing/2014/main" id="{0027F5E6-4654-AA74-0751-E664F30C59A9}"/>
              </a:ext>
            </a:extLst>
          </p:cNvPr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>
            <a:extLst>
              <a:ext uri="{FF2B5EF4-FFF2-40B4-BE49-F238E27FC236}">
                <a16:creationId xmlns:a16="http://schemas.microsoft.com/office/drawing/2014/main" id="{653746AA-C055-6668-735C-7C1151D136C7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63681A44-F7F2-6B42-8404-29152CD9591C}" type="datetimeFigureOut">
              <a:rPr lang="en-US" smtClean="0"/>
              <a:t>2/20/26</a:t>
            </a:fld>
            <a:endParaRPr lang="en-US"/>
          </a:p>
        </p:txBody>
      </p:sp>
      <p:sp>
        <p:nvSpPr>
          <p:cNvPr id="6" name="Footer Placeholder 5">
            <a:extLst>
              <a:ext uri="{FF2B5EF4-FFF2-40B4-BE49-F238E27FC236}">
                <a16:creationId xmlns:a16="http://schemas.microsoft.com/office/drawing/2014/main" id="{AD034F3C-41B2-0E6A-543D-7075AB55C89B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DCFB9CCA-633F-71E8-BC49-3CD88715D4DF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A8E924F-387D-4549-91A3-A0CA58B7E773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642921454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8F2E2116-E3F2-6AAE-8913-AA47122BA2AA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Vertical Text Placeholder 2">
            <a:extLst>
              <a:ext uri="{FF2B5EF4-FFF2-40B4-BE49-F238E27FC236}">
                <a16:creationId xmlns:a16="http://schemas.microsoft.com/office/drawing/2014/main" id="{E566855A-2350-09DA-9729-46D5566E41EB}"/>
              </a:ext>
            </a:extLst>
          </p:cNvPr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FA2CE4AE-86ED-446F-818D-42AD6FC4EA16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63681A44-F7F2-6B42-8404-29152CD9591C}" type="datetimeFigureOut">
              <a:rPr lang="en-US" smtClean="0"/>
              <a:t>2/20/26</a:t>
            </a:fld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E5677A7F-6B98-7065-F496-C3D5B679AAB8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1EB84DE9-77AC-F62F-0D49-CBCFC1047C54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A8E924F-387D-4549-91A3-A0CA58B7E773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404289593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>
            <a:extLst>
              <a:ext uri="{FF2B5EF4-FFF2-40B4-BE49-F238E27FC236}">
                <a16:creationId xmlns:a16="http://schemas.microsoft.com/office/drawing/2014/main" id="{5C762AF0-269E-215E-6AC1-685AC7809DF1}"/>
              </a:ext>
            </a:extLst>
          </p:cNvPr>
          <p:cNvSpPr>
            <a:spLocks noGrp="1"/>
          </p:cNvSpPr>
          <p:nvPr>
            <p:ph type="title" orient="vert"/>
          </p:nvPr>
        </p:nvSpPr>
        <p:spPr>
          <a:xfrm>
            <a:off x="8724900" y="365125"/>
            <a:ext cx="2628900" cy="5811838"/>
          </a:xfrm>
        </p:spPr>
        <p:txBody>
          <a:bodyPr vert="eaVert"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Vertical Text Placeholder 2">
            <a:extLst>
              <a:ext uri="{FF2B5EF4-FFF2-40B4-BE49-F238E27FC236}">
                <a16:creationId xmlns:a16="http://schemas.microsoft.com/office/drawing/2014/main" id="{2E381791-5E55-B79E-9A17-2170EFBE9B97}"/>
              </a:ext>
            </a:extLst>
          </p:cNvPr>
          <p:cNvSpPr>
            <a:spLocks noGrp="1"/>
          </p:cNvSpPr>
          <p:nvPr>
            <p:ph type="body" orient="vert" idx="1"/>
          </p:nvPr>
        </p:nvSpPr>
        <p:spPr>
          <a:xfrm>
            <a:off x="838200" y="365125"/>
            <a:ext cx="7734300" cy="5811838"/>
          </a:xfrm>
        </p:spPr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2CFD6009-DD63-2B51-A621-9968927F7CEC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63681A44-F7F2-6B42-8404-29152CD9591C}" type="datetimeFigureOut">
              <a:rPr lang="en-US" smtClean="0"/>
              <a:t>2/20/26</a:t>
            </a:fld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BC91F5D5-B47B-EB48-0DB7-A10F7BEE5DE0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D3A35F06-6618-AFB5-60E6-02083D97E4BE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A8E924F-387D-4549-91A3-A0CA58B7E773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267450454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>
            <a:extLst>
              <a:ext uri="{FF2B5EF4-FFF2-40B4-BE49-F238E27FC236}">
                <a16:creationId xmlns:a16="http://schemas.microsoft.com/office/drawing/2014/main" id="{66BE26A1-7528-EA97-A6FD-76E270823680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8200" y="365125"/>
            <a:ext cx="10515600" cy="1325563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29D80DFD-F633-26F7-C980-3715E8B5C54A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8200" y="1825625"/>
            <a:ext cx="10515600" cy="4351338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D131FFDB-40AC-4BC6-F56A-4B3262CDCC1F}"/>
              </a:ext>
            </a:extLst>
          </p:cNvPr>
          <p:cNvSpPr>
            <a:spLocks noGrp="1"/>
          </p:cNvSpPr>
          <p:nvPr>
            <p:ph type="dt" sz="half" idx="2"/>
          </p:nvPr>
        </p:nvSpPr>
        <p:spPr>
          <a:xfrm>
            <a:off x="8382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82000"/>
                  </a:schemeClr>
                </a:solidFill>
              </a:defRPr>
            </a:lvl1pPr>
          </a:lstStyle>
          <a:p>
            <a:fld id="{63681A44-F7F2-6B42-8404-29152CD9591C}" type="datetimeFigureOut">
              <a:rPr lang="en-US" smtClean="0"/>
              <a:t>2/20/26</a:t>
            </a:fld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64A988A0-529F-6E52-49EA-77BF2EB68A05}"/>
              </a:ext>
            </a:extLst>
          </p:cNvPr>
          <p:cNvSpPr>
            <a:spLocks noGrp="1"/>
          </p:cNvSpPr>
          <p:nvPr>
            <p:ph type="ftr" sz="quarter" idx="3"/>
          </p:nvPr>
        </p:nvSpPr>
        <p:spPr>
          <a:xfrm>
            <a:off x="4038600" y="6356350"/>
            <a:ext cx="41148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82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9173E622-E13E-06E9-3055-22B6E9340F60}"/>
              </a:ext>
            </a:extLst>
          </p:cNvPr>
          <p:cNvSpPr>
            <a:spLocks noGrp="1"/>
          </p:cNvSpPr>
          <p:nvPr>
            <p:ph type="sldNum" sz="quarter" idx="4"/>
          </p:nvPr>
        </p:nvSpPr>
        <p:spPr>
          <a:xfrm>
            <a:off x="86106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82000"/>
                  </a:schemeClr>
                </a:solidFill>
              </a:defRPr>
            </a:lvl1pPr>
          </a:lstStyle>
          <a:p>
            <a:fld id="{BA8E924F-387D-4549-91A3-A0CA58B7E773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34621290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l" defTabSz="914400" rtl="0" eaLnBrk="1" latinLnBrk="0" hangingPunct="1">
        <a:lnSpc>
          <a:spcPct val="90000"/>
        </a:lnSpc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228600" indent="-228600" algn="l" defTabSz="914400" rtl="0" eaLnBrk="1" latinLnBrk="0" hangingPunct="1">
        <a:lnSpc>
          <a:spcPct val="90000"/>
        </a:lnSpc>
        <a:spcBef>
          <a:spcPts val="1000"/>
        </a:spcBef>
        <a:buFont typeface="Arial" panose="020B0604020202020204" pitchFamily="34" charset="0"/>
        <a:buChar char="•"/>
        <a:defRPr sz="2800" kern="1200">
          <a:solidFill>
            <a:schemeClr val="tx1"/>
          </a:solidFill>
          <a:latin typeface="+mn-lt"/>
          <a:ea typeface="+mn-ea"/>
          <a:cs typeface="+mn-cs"/>
        </a:defRPr>
      </a:lvl1pPr>
      <a:lvl2pPr marL="685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B39896B6-5048-323D-84D3-2DCB98069FB4}"/>
              </a:ext>
            </a:extLst>
          </p:cNvPr>
          <p:cNvSpPr>
            <a:spLocks noGrp="1"/>
          </p:cNvSpPr>
          <p:nvPr>
            <p:ph type="ctrTitle"/>
          </p:nvPr>
        </p:nvSpPr>
        <p:spPr/>
        <p:txBody>
          <a:bodyPr/>
          <a:lstStyle/>
          <a:p>
            <a:r>
              <a:rPr lang="en-US" dirty="0"/>
              <a:t>Website Design</a:t>
            </a:r>
          </a:p>
        </p:txBody>
      </p:sp>
      <p:sp>
        <p:nvSpPr>
          <p:cNvPr id="3" name="Subtitle 2">
            <a:extLst>
              <a:ext uri="{FF2B5EF4-FFF2-40B4-BE49-F238E27FC236}">
                <a16:creationId xmlns:a16="http://schemas.microsoft.com/office/drawing/2014/main" id="{46A8022F-DF93-029C-9534-E1651712A6B9}"/>
              </a:ext>
            </a:extLst>
          </p:cNvPr>
          <p:cNvSpPr>
            <a:spLocks noGrp="1"/>
          </p:cNvSpPr>
          <p:nvPr>
            <p:ph type="subTitle" idx="1"/>
          </p:nvPr>
        </p:nvSpPr>
        <p:spPr/>
        <p:txBody>
          <a:bodyPr/>
          <a:lstStyle/>
          <a:p>
            <a:r>
              <a:rPr lang="en-US" dirty="0"/>
              <a:t>Through GitHub</a:t>
            </a:r>
          </a:p>
        </p:txBody>
      </p:sp>
      <p:sp>
        <p:nvSpPr>
          <p:cNvPr id="4" name="TextBox 3">
            <a:extLst>
              <a:ext uri="{FF2B5EF4-FFF2-40B4-BE49-F238E27FC236}">
                <a16:creationId xmlns:a16="http://schemas.microsoft.com/office/drawing/2014/main" id="{134163AB-6945-5434-6C10-9586B12E5B32}"/>
              </a:ext>
            </a:extLst>
          </p:cNvPr>
          <p:cNvSpPr txBox="1"/>
          <p:nvPr/>
        </p:nvSpPr>
        <p:spPr>
          <a:xfrm>
            <a:off x="2041451" y="5624623"/>
            <a:ext cx="8403711" cy="584775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sz="3200" b="1" dirty="0"/>
              <a:t>Get files from: https://</a:t>
            </a:r>
            <a:r>
              <a:rPr lang="en-US" sz="3200" b="1" dirty="0" err="1"/>
              <a:t>tinyurl.com</a:t>
            </a:r>
            <a:r>
              <a:rPr lang="en-US" sz="3200" b="1" dirty="0"/>
              <a:t>/4ybxuaax</a:t>
            </a:r>
          </a:p>
        </p:txBody>
      </p:sp>
    </p:spTree>
    <p:extLst>
      <p:ext uri="{BB962C8B-B14F-4D97-AF65-F5344CB8AC3E}">
        <p14:creationId xmlns:p14="http://schemas.microsoft.com/office/powerpoint/2010/main" val="3885247152"/>
      </p:ext>
    </p:extLst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052D137D-8958-1DFC-24EB-E6AF87AA2A28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Getting Started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D3B1BCD0-8F9D-2FA9-0775-5C25F89442F7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>
            <a:normAutofit fontScale="85000" lnSpcReduction="20000"/>
          </a:bodyPr>
          <a:lstStyle/>
          <a:p>
            <a:pPr marL="0" indent="0">
              <a:buNone/>
            </a:pPr>
            <a:r>
              <a:rPr lang="en-US" dirty="0"/>
              <a:t>1. Go to </a:t>
            </a:r>
            <a:r>
              <a:rPr lang="en-US" dirty="0" err="1"/>
              <a:t>github</a:t>
            </a:r>
            <a:r>
              <a:rPr lang="en-US" dirty="0"/>
              <a:t> and create a new repo</a:t>
            </a:r>
          </a:p>
          <a:p>
            <a:pPr marL="0" indent="0">
              <a:buNone/>
            </a:pPr>
            <a:r>
              <a:rPr lang="en-US" dirty="0"/>
              <a:t>	- Name the repo </a:t>
            </a:r>
            <a:r>
              <a:rPr lang="en-US" dirty="0" err="1"/>
              <a:t>username.github.io</a:t>
            </a:r>
            <a:endParaRPr lang="en-US" dirty="0"/>
          </a:p>
          <a:p>
            <a:pPr marL="0" indent="0">
              <a:buNone/>
            </a:pPr>
            <a:r>
              <a:rPr lang="en-US" dirty="0"/>
              <a:t>	- </a:t>
            </a:r>
            <a:r>
              <a:rPr lang="en-US" b="1" dirty="0"/>
              <a:t>Replace ”username” with your username</a:t>
            </a:r>
          </a:p>
          <a:p>
            <a:pPr marL="0" indent="0">
              <a:buNone/>
            </a:pPr>
            <a:endParaRPr lang="en-US" b="1" dirty="0"/>
          </a:p>
          <a:p>
            <a:pPr marL="0" indent="0">
              <a:buNone/>
            </a:pPr>
            <a:r>
              <a:rPr lang="en-US" b="1" dirty="0"/>
              <a:t>2. Make sure the repo is public</a:t>
            </a:r>
          </a:p>
          <a:p>
            <a:pPr marL="0" indent="0">
              <a:buNone/>
            </a:pPr>
            <a:endParaRPr lang="en-US" b="1" dirty="0"/>
          </a:p>
          <a:p>
            <a:pPr marL="0" indent="0">
              <a:buNone/>
            </a:pPr>
            <a:r>
              <a:rPr lang="en-US" dirty="0"/>
              <a:t>3. Add readme, license, git ignore, </a:t>
            </a:r>
            <a:r>
              <a:rPr lang="en-US" dirty="0" err="1"/>
              <a:t>etc</a:t>
            </a:r>
            <a:endParaRPr lang="en-US" dirty="0"/>
          </a:p>
          <a:p>
            <a:pPr marL="0" indent="0">
              <a:buNone/>
            </a:pPr>
            <a:endParaRPr lang="en-US" dirty="0"/>
          </a:p>
          <a:p>
            <a:pPr marL="0" indent="0">
              <a:buNone/>
            </a:pPr>
            <a:r>
              <a:rPr lang="en-US" dirty="0"/>
              <a:t>4. After created, add your folders</a:t>
            </a:r>
          </a:p>
          <a:p>
            <a:pPr marL="0" indent="0">
              <a:buNone/>
            </a:pPr>
            <a:endParaRPr lang="en-US" dirty="0"/>
          </a:p>
          <a:p>
            <a:pPr marL="0" indent="0">
              <a:buNone/>
            </a:pPr>
            <a:r>
              <a:rPr lang="en-US" dirty="0"/>
              <a:t>5. </a:t>
            </a:r>
            <a:r>
              <a:rPr lang="en-US" dirty="0">
                <a:solidFill>
                  <a:srgbClr val="FF0000"/>
                </a:solidFill>
              </a:rPr>
              <a:t>To publish as a website, go to Settings, Pages on the left side</a:t>
            </a:r>
            <a:r>
              <a:rPr lang="en-US">
                <a:solidFill>
                  <a:srgbClr val="FF0000"/>
                </a:solidFill>
              </a:rPr>
              <a:t>, Publish</a:t>
            </a:r>
            <a:endParaRPr lang="en-US" dirty="0"/>
          </a:p>
          <a:p>
            <a:pPr marL="0" indent="0">
              <a:buNone/>
            </a:pPr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641825168"/>
      </p:ext>
    </p:extLst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E6850AB0-776D-5443-1315-6CBFDC834C32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Website Structure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A89F5DD5-8933-5C16-6763-2976DCAE688B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rPr lang="en-US" dirty="0" err="1"/>
              <a:t>Index.html</a:t>
            </a:r>
            <a:endParaRPr lang="en-US" dirty="0"/>
          </a:p>
          <a:p>
            <a:pPr lvl="1"/>
            <a:r>
              <a:rPr lang="en-US" dirty="0"/>
              <a:t>This is your landing page. </a:t>
            </a:r>
          </a:p>
          <a:p>
            <a:pPr lvl="1"/>
            <a:endParaRPr lang="en-US" dirty="0"/>
          </a:p>
          <a:p>
            <a:r>
              <a:rPr lang="en-US" dirty="0"/>
              <a:t>To add additional pages, you will create additional html files, like the ”</a:t>
            </a:r>
            <a:r>
              <a:rPr lang="en-US" dirty="0" err="1"/>
              <a:t>secondary.html</a:t>
            </a:r>
            <a:r>
              <a:rPr lang="en-US" dirty="0"/>
              <a:t> file” – then map to the navigation</a:t>
            </a:r>
          </a:p>
          <a:p>
            <a:endParaRPr lang="en-US" dirty="0"/>
          </a:p>
          <a:p>
            <a:r>
              <a:rPr lang="en-US" dirty="0"/>
              <a:t> </a:t>
            </a:r>
            <a:r>
              <a:rPr lang="en-US" dirty="0" err="1"/>
              <a:t>Nav.html</a:t>
            </a:r>
            <a:r>
              <a:rPr lang="en-US" dirty="0"/>
              <a:t> is your header</a:t>
            </a:r>
          </a:p>
        </p:txBody>
      </p:sp>
    </p:spTree>
    <p:extLst>
      <p:ext uri="{BB962C8B-B14F-4D97-AF65-F5344CB8AC3E}">
        <p14:creationId xmlns:p14="http://schemas.microsoft.com/office/powerpoint/2010/main" val="1954419655"/>
      </p:ext>
    </p:extLst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9B22E0C7-32F8-3683-4FD5-6EE66FC1FCB8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Secondary Structure – </a:t>
            </a:r>
            <a:r>
              <a:rPr lang="en-US" dirty="0" err="1"/>
              <a:t>css</a:t>
            </a:r>
            <a:r>
              <a:rPr lang="en-US" dirty="0"/>
              <a:t> files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D7530345-A0C1-CAD1-C242-CB4B974E8843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>
            <a:normAutofit lnSpcReduction="10000"/>
          </a:bodyPr>
          <a:lstStyle/>
          <a:p>
            <a:r>
              <a:rPr lang="en-US" dirty="0"/>
              <a:t>The </a:t>
            </a:r>
            <a:r>
              <a:rPr lang="en-US" dirty="0" err="1"/>
              <a:t>css</a:t>
            </a:r>
            <a:r>
              <a:rPr lang="en-US" dirty="0"/>
              <a:t> files are what brings your website to life</a:t>
            </a:r>
          </a:p>
          <a:p>
            <a:pPr lvl="1"/>
            <a:r>
              <a:rPr lang="en-US" dirty="0"/>
              <a:t>Defining the visual elements on a page</a:t>
            </a:r>
          </a:p>
          <a:p>
            <a:pPr lvl="1"/>
            <a:endParaRPr lang="en-US" dirty="0"/>
          </a:p>
          <a:p>
            <a:r>
              <a:rPr lang="en-US" dirty="0"/>
              <a:t>In the example: </a:t>
            </a:r>
          </a:p>
          <a:p>
            <a:pPr lvl="1"/>
            <a:r>
              <a:rPr lang="en-US" dirty="0" err="1"/>
              <a:t>Base.css</a:t>
            </a:r>
            <a:r>
              <a:rPr lang="en-US" dirty="0"/>
              <a:t> – core, default settings </a:t>
            </a:r>
          </a:p>
          <a:p>
            <a:pPr lvl="1"/>
            <a:r>
              <a:rPr lang="en-US" dirty="0" err="1"/>
              <a:t>Theme.css</a:t>
            </a:r>
            <a:r>
              <a:rPr lang="en-US" dirty="0"/>
              <a:t> – background settings</a:t>
            </a:r>
          </a:p>
          <a:p>
            <a:pPr lvl="1"/>
            <a:r>
              <a:rPr lang="en-US" dirty="0" err="1"/>
              <a:t>Layout.css</a:t>
            </a:r>
            <a:r>
              <a:rPr lang="en-US" dirty="0"/>
              <a:t> – spacing/structure</a:t>
            </a:r>
          </a:p>
          <a:p>
            <a:pPr lvl="1"/>
            <a:r>
              <a:rPr lang="en-US" dirty="0"/>
              <a:t>…</a:t>
            </a:r>
          </a:p>
          <a:p>
            <a:pPr lvl="1"/>
            <a:endParaRPr lang="en-US" dirty="0"/>
          </a:p>
          <a:p>
            <a:r>
              <a:rPr lang="en-US" dirty="0"/>
              <a:t>If you want a consistent style, use a global </a:t>
            </a:r>
            <a:r>
              <a:rPr lang="en-US" dirty="0" err="1"/>
              <a:t>css</a:t>
            </a:r>
            <a:endParaRPr lang="en-US" dirty="0"/>
          </a:p>
          <a:p>
            <a:r>
              <a:rPr lang="en-US" dirty="0"/>
              <a:t>If you want unique pages, use a local </a:t>
            </a:r>
            <a:r>
              <a:rPr lang="en-US" dirty="0" err="1"/>
              <a:t>css</a:t>
            </a:r>
            <a:endParaRPr lang="en-US" dirty="0"/>
          </a:p>
          <a:p>
            <a:pPr lvl="1"/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3095741418"/>
      </p:ext>
    </p:extLst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 show="0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9DEDA261-AF79-AE7B-DE18-246D979D1601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Useful Functions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518E4D8E-7E57-F287-EEC9-5A1BB8F02BDE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rPr lang="en-US" dirty="0" err="1"/>
              <a:t>Three.js</a:t>
            </a:r>
            <a:r>
              <a:rPr lang="en-US" dirty="0"/>
              <a:t> – loads 3D models</a:t>
            </a:r>
          </a:p>
          <a:p>
            <a:endParaRPr lang="en-US" dirty="0"/>
          </a:p>
          <a:p>
            <a:r>
              <a:rPr lang="en-US" dirty="0"/>
              <a:t>Sets videos to play on scroll</a:t>
            </a:r>
          </a:p>
          <a:p>
            <a:endParaRPr lang="en-US" dirty="0"/>
          </a:p>
          <a:p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333036135"/>
      </p:ext>
    </p:extLst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84639E66-C681-8259-9B02-40CAB6235A1C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Congratulations – you now have a website!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E627F21A-66C6-DFDE-437B-C4AF8D741D38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marL="0" indent="0">
              <a:buNone/>
            </a:pPr>
            <a:r>
              <a:rPr lang="en-US" dirty="0"/>
              <a:t>The URL of your cite is the name of your repo: </a:t>
            </a:r>
          </a:p>
          <a:p>
            <a:pPr marL="0" indent="0">
              <a:buNone/>
            </a:pPr>
            <a:endParaRPr lang="en-US" dirty="0"/>
          </a:p>
          <a:p>
            <a:pPr marL="0" indent="0" algn="ctr">
              <a:buNone/>
            </a:pPr>
            <a:r>
              <a:rPr lang="en-US" dirty="0" err="1"/>
              <a:t>Username.github.io</a:t>
            </a:r>
            <a:endParaRPr lang="en-US" dirty="0"/>
          </a:p>
          <a:p>
            <a:pPr marL="0" indent="0" algn="ctr">
              <a:buNone/>
            </a:pPr>
            <a:endParaRPr lang="en-US" dirty="0"/>
          </a:p>
          <a:p>
            <a:pPr marL="0" indent="0" algn="ctr">
              <a:buNone/>
            </a:pPr>
            <a:r>
              <a:rPr lang="en-US" dirty="0"/>
              <a:t>Most importantly, LLMs are your friend when it comes to website design! Don’t be afraid to utilize them!!</a:t>
            </a:r>
          </a:p>
          <a:p>
            <a:pPr marL="0" indent="0">
              <a:buNone/>
            </a:pPr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33063828"/>
      </p:ext>
    </p:extLst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0E2841"/>
      </a:dk2>
      <a:lt2>
        <a:srgbClr val="E8E8E8"/>
      </a:lt2>
      <a:accent1>
        <a:srgbClr val="156082"/>
      </a:accent1>
      <a:accent2>
        <a:srgbClr val="E97132"/>
      </a:accent2>
      <a:accent3>
        <a:srgbClr val="196B24"/>
      </a:accent3>
      <a:accent4>
        <a:srgbClr val="0F9ED5"/>
      </a:accent4>
      <a:accent5>
        <a:srgbClr val="A02B93"/>
      </a:accent5>
      <a:accent6>
        <a:srgbClr val="4EA72E"/>
      </a:accent6>
      <a:hlink>
        <a:srgbClr val="467886"/>
      </a:hlink>
      <a:folHlink>
        <a:srgbClr val="96607D"/>
      </a:folHlink>
    </a:clrScheme>
    <a:fontScheme name="Office">
      <a:majorFont>
        <a:latin typeface="Aptos Display" panose="0211000402020202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Aptos" panose="0211000402020202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  <a:ln w="2540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  <a:extLst>
    <a:ext uri="{05A4C25C-085E-4340-85A3-A5531E510DB2}">
      <thm15:themeFamily xmlns:thm15="http://schemas.microsoft.com/office/thememl/2012/main" name="Office Theme" id="{2E142A2C-CD16-42D6-873A-C26D2A0506FA}" vid="{1BDDFF52-6CD6-40A5-AB3C-68EB2F1E4D0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315</TotalTime>
  <Words>266</Words>
  <Application>Microsoft Macintosh PowerPoint</Application>
  <PresentationFormat>Widescreen</PresentationFormat>
  <Paragraphs>44</Paragraphs>
  <Slides>6</Slides>
  <Notes>0</Notes>
  <HiddenSlides>1</HiddenSlides>
  <MMClips>0</MMClips>
  <ScaleCrop>false</ScaleCrop>
  <HeadingPairs>
    <vt:vector size="6" baseType="variant">
      <vt:variant>
        <vt:lpstr>Fonts Used</vt:lpstr>
      </vt:variant>
      <vt:variant>
        <vt:i4>3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6</vt:i4>
      </vt:variant>
    </vt:vector>
  </HeadingPairs>
  <TitlesOfParts>
    <vt:vector size="10" baseType="lpstr">
      <vt:lpstr>Aptos</vt:lpstr>
      <vt:lpstr>Aptos Display</vt:lpstr>
      <vt:lpstr>Arial</vt:lpstr>
      <vt:lpstr>Office Theme</vt:lpstr>
      <vt:lpstr>Website Design</vt:lpstr>
      <vt:lpstr>Getting Started</vt:lpstr>
      <vt:lpstr>Website Structure</vt:lpstr>
      <vt:lpstr>Secondary Structure – css files</vt:lpstr>
      <vt:lpstr>Useful Functions</vt:lpstr>
      <vt:lpstr>Congratulations – you now have a website!</vt:lpstr>
    </vt:vector>
  </TitlesOfParts>
  <Company/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creator>Rob SPENCELEY</dc:creator>
  <cp:lastModifiedBy>Rob SPENCELEY</cp:lastModifiedBy>
  <cp:revision>1</cp:revision>
  <dcterms:created xsi:type="dcterms:W3CDTF">2026-02-19T16:44:18Z</dcterms:created>
  <dcterms:modified xsi:type="dcterms:W3CDTF">2026-02-20T16:29:31Z</dcterms:modified>
</cp:coreProperties>
</file>